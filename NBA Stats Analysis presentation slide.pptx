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>
      <p:cViewPr varScale="1">
        <p:scale>
          <a:sx n="111" d="100"/>
          <a:sy n="111" d="100"/>
        </p:scale>
        <p:origin x="9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69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E8356-FFDA-4E74-B804-79023C7DD25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B32D8-F2D2-4D01-80A9-88F3B128A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4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DDCE7-616C-4285-A468-7301F171BC93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1D8F7-2BDD-4C56-98AF-2E212EF3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1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8800" y="304801"/>
            <a:ext cx="5486400" cy="251459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2895600"/>
            <a:ext cx="5486400" cy="9144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bg2">
                    <a:lumMod val="25000"/>
                    <a:lumOff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3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0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450" y="1676401"/>
            <a:ext cx="10058400" cy="1752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450" y="3581400"/>
            <a:ext cx="10058400" cy="1143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676401"/>
            <a:ext cx="484632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676401"/>
            <a:ext cx="484632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5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81163"/>
            <a:ext cx="4846320" cy="823912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05075"/>
            <a:ext cx="4846320" cy="3514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681163"/>
            <a:ext cx="4846320" cy="823912"/>
          </a:xfrm>
        </p:spPr>
        <p:txBody>
          <a:bodyPr anchor="ctr"/>
          <a:lstStyle>
            <a:lvl1pPr marL="0" indent="0">
              <a:buNone/>
              <a:defRPr sz="2400" b="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505075"/>
            <a:ext cx="4846320" cy="3514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2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3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0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838200"/>
            <a:ext cx="3657600" cy="2133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6172200" cy="51816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2" y="3124200"/>
            <a:ext cx="3657600" cy="28956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59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838200"/>
            <a:ext cx="3657600" cy="2133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7239000" cy="6858000"/>
          </a:xfrm>
          <a:solidFill>
            <a:schemeClr val="bg1"/>
          </a:solidFill>
        </p:spPr>
        <p:txBody>
          <a:bodyPr tIns="36576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1" y="3124200"/>
            <a:ext cx="3657600" cy="28956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9000" y="0"/>
            <a:ext cx="2286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1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6400" y="365125"/>
            <a:ext cx="1828800" cy="5654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365125"/>
            <a:ext cx="8001000" cy="5654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2EC29-B8C5-4C7A-B6DA-418494D5CB21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3838-BFF5-400C-B067-3DF4A5F39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7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100584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100584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0918" y="6392562"/>
            <a:ext cx="7082481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34400" y="6392562"/>
            <a:ext cx="1295400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2EC29-B8C5-4C7A-B6DA-418494D5CB21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392562"/>
            <a:ext cx="1066800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43838-BFF5-400C-B067-3DF4A5F395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09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github.com/ksu-is/NBA_Stat_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6000"/>
                    </a14:imgEffect>
                    <a14:imgEffect>
                      <a14:brightnessContrast bright="-2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219200" y="145283"/>
            <a:ext cx="5486400" cy="638309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		</a:t>
            </a:r>
            <a:r>
              <a:rPr lang="en-US" sz="16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By: Salman Khalid</a:t>
            </a:r>
          </a:p>
          <a:p>
            <a:endParaRPr lang="en-US" sz="16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F92EF4F-052A-8240-5DE4-8684EF4CA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200" y="-166328"/>
            <a:ext cx="5486400" cy="12192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  <a:lumOff val="50000"/>
                  </a:schemeClr>
                </a:solidFill>
              </a:rPr>
              <a:t>NBA Stats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19E10-BD6F-2A51-1D3F-A5D08884CC07}"/>
              </a:ext>
            </a:extLst>
          </p:cNvPr>
          <p:cNvSpPr txBox="1"/>
          <p:nvPr/>
        </p:nvSpPr>
        <p:spPr>
          <a:xfrm>
            <a:off x="3670301" y="959143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2">
                    <a:lumMod val="50000"/>
                    <a:lumOff val="50000"/>
                  </a:schemeClr>
                </a:solidFill>
              </a:rPr>
              <a:t>Quantifying player value beyond the box score</a:t>
            </a:r>
            <a:endParaRPr lang="en-US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57994-06BE-1178-98A7-5925F787E5C2}"/>
              </a:ext>
            </a:extLst>
          </p:cNvPr>
          <p:cNvSpPr txBox="1"/>
          <p:nvPr/>
        </p:nvSpPr>
        <p:spPr>
          <a:xfrm>
            <a:off x="239574" y="1929133"/>
            <a:ext cx="38409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program taps into NBA player stats via an API and combines them with salary data from Basketball Reference to uncover hidden insights into player performance.</a:t>
            </a:r>
          </a:p>
          <a:p>
            <a:endParaRPr lang="en-US" dirty="0"/>
          </a:p>
          <a:p>
            <a:r>
              <a:rPr lang="en-US" dirty="0"/>
              <a:t> By leveraging </a:t>
            </a:r>
            <a:r>
              <a:rPr lang="en-US" i="1" dirty="0"/>
              <a:t>Approximate Value (AV)</a:t>
            </a:r>
            <a:r>
              <a:rPr lang="en-US" dirty="0"/>
              <a:t>, it creates a powerful custom metric, </a:t>
            </a:r>
            <a:r>
              <a:rPr lang="en-US" i="1" dirty="0"/>
              <a:t>Value per Dollar (VD)</a:t>
            </a:r>
            <a:r>
              <a:rPr lang="en-US" dirty="0"/>
              <a:t>, that evaluates player efficiency in relation to their contracts, providing a fresh perspective on player value.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632B75-1E21-D9A5-9AA9-7E09DD0C3498}"/>
              </a:ext>
            </a:extLst>
          </p:cNvPr>
          <p:cNvSpPr txBox="1"/>
          <p:nvPr/>
        </p:nvSpPr>
        <p:spPr>
          <a:xfrm>
            <a:off x="8400691" y="61752"/>
            <a:ext cx="383727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GitHub Repo: </a:t>
            </a:r>
            <a:r>
              <a:rPr lang="en-US" sz="1100" dirty="0">
                <a:solidFill>
                  <a:schemeClr val="bg2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https://github.com/ksu-is/NBA_Stat_Analysis</a:t>
            </a:r>
            <a:endParaRPr lang="en-US" sz="1100" dirty="0">
              <a:solidFill>
                <a:schemeClr val="bg2">
                  <a:lumMod val="50000"/>
                  <a:lumOff val="50000"/>
                </a:schemeClr>
              </a:solidFill>
            </a:endParaRP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5DCC64-EF33-9847-550C-FE1A52F30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1021" y="4509848"/>
            <a:ext cx="7840979" cy="23481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5DF01F-BFFD-68BE-BA93-E07FE4CA43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250" y="1428223"/>
            <a:ext cx="4145279" cy="308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EA4594-05CF-372C-1EC9-BAA35D5B94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021" y="1428225"/>
            <a:ext cx="4119880" cy="308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9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sketball 16x9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ketball presentation (widescreen).potx" id="{CC5AF3F1-F1AD-46F5-B229-4E1329F06412}" vid="{B7E1BF64-2168-4738-AA42-CF7C9F7F9E95}"/>
    </a:ext>
  </a:extLst>
</a:theme>
</file>

<file path=ppt/theme/theme2.xml><?xml version="1.0" encoding="utf-8"?>
<a:theme xmlns:a="http://schemas.openxmlformats.org/drawingml/2006/main" name="Office Them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6AC31E7AF97D48A4207D60451DFB5C" ma:contentTypeVersion="10" ma:contentTypeDescription="Create a new document." ma:contentTypeScope="" ma:versionID="628f2945135c4fe20952e857f0373f91">
  <xsd:schema xmlns:xsd="http://www.w3.org/2001/XMLSchema" xmlns:xs="http://www.w3.org/2001/XMLSchema" xmlns:p="http://schemas.microsoft.com/office/2006/metadata/properties" xmlns:ns3="06a3f590-bcb3-422f-9d31-b8517e518128" targetNamespace="http://schemas.microsoft.com/office/2006/metadata/properties" ma:root="true" ma:fieldsID="caf7cdf04bd08bcabd006164f02a2a11" ns3:_="">
    <xsd:import namespace="06a3f590-bcb3-422f-9d31-b8517e5181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a3f590-bcb3-422f-9d31-b8517e5181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6a3f590-bcb3-422f-9d31-b8517e518128" xsi:nil="true"/>
  </documentManagement>
</p:properties>
</file>

<file path=customXml/itemProps1.xml><?xml version="1.0" encoding="utf-8"?>
<ds:datastoreItem xmlns:ds="http://schemas.openxmlformats.org/officeDocument/2006/customXml" ds:itemID="{721B0BE7-FCAC-4DF2-886B-F44266B130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a3f590-bcb3-422f-9d31-b8517e5181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8A067B-A2F5-48C3-9BDE-0384579890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C07F9A-06B4-4472-9AC8-ACBA68F28FEC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06a3f590-bcb3-422f-9d31-b8517e518128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Basketball presentation (widescreen)</Template>
  <TotalTime>185</TotalTime>
  <Words>98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Franklin Gothic Medium</vt:lpstr>
      <vt:lpstr>Impact</vt:lpstr>
      <vt:lpstr>Basketball 16x9</vt:lpstr>
      <vt:lpstr>NBA Stats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Salman Khalid</dc:creator>
  <cp:lastModifiedBy>Salman Khalid</cp:lastModifiedBy>
  <cp:revision>1</cp:revision>
  <dcterms:created xsi:type="dcterms:W3CDTF">2026-05-03T23:11:55Z</dcterms:created>
  <dcterms:modified xsi:type="dcterms:W3CDTF">2026-05-04T02:17:37Z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0x010100D56AC31E7AF97D48A4207D60451DFB5C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